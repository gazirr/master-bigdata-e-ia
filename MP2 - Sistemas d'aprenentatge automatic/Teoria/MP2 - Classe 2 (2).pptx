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906000"/>
  <p:notesSz cx="68580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Y9KZvcVXAeZl+R8FTskxps2Md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6196AC-8111-4FC3-A852-944A7AB41127}">
  <a:tblStyle styleId="{076196AC-8111-4FC3-A852-944A7AB411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a44f73dc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0a44f73dce_0_4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a44f73dc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0a44f73dce_1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a44f73dce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0a44f73dce_1_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a44f73dce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0a44f73dce_1_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a44f73dc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0a44f73dce_0_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a44f73dce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0a44f73dce_0_10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  <a:defRPr sz="4400">
                <a:solidFill>
                  <a:srgbClr val="004E9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  <a:defRPr sz="2400">
                <a:solidFill>
                  <a:srgbClr val="83838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0" sz="1600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14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682328" y="866778"/>
            <a:ext cx="8543925" cy="814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15"/>
          <p:cNvSpPr txBox="1"/>
          <p:nvPr>
            <p:ph idx="5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6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>
  <p:cSld name="Contenido con títul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0" name="Google Shape;60;p19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004E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</a:pPr>
            <a:r>
              <a:rPr lang="es-ES"/>
              <a:t>Classe 2 – Tema 1 – 11/10/2024</a:t>
            </a:r>
            <a:endParaRPr/>
          </a:p>
        </p:txBody>
      </p:sp>
      <p:sp>
        <p:nvSpPr>
          <p:cNvPr id="67" name="Google Shape;67;p1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s-ES"/>
              <a:t>Nil Redón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Classe anterior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Presentació del professor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 i dels</a:t>
            </a: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 alumnes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Presentació dels objectius del mòdul, temari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materials i avaluació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Dubtes / preguntes?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" name="Google Shape;75;p2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76" name="Google Shape;76;p2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a44f73dce_0_42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Activitats i avaluació</a:t>
            </a:r>
            <a:endParaRPr/>
          </a:p>
        </p:txBody>
      </p:sp>
      <p:sp>
        <p:nvSpPr>
          <p:cNvPr id="82" name="Google Shape;82;g30a44f73dce_0_42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Avaluació contínua: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Aniré proposant activitats a mesura que anem avançant, que es revisaran i solucionaran conjuntament en les següents classes. La correcta realització de les activitats i la participació en les sessions de resolució suposaran un 70% de la nota global.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De manera aleatòria, es faran a classe examen tipus test sobre el contingut del màster. La puntuació en aquests tests significarà un 30% de la nota global.</a:t>
            </a:r>
            <a:endParaRPr/>
          </a:p>
        </p:txBody>
      </p:sp>
      <p:sp>
        <p:nvSpPr>
          <p:cNvPr id="83" name="Google Shape;83;g30a44f73dce_0_42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g30a44f73dce_0_42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85" name="Google Shape;85;g30a44f73dce_0_42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 la classe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Repàs: </a:t>
            </a:r>
            <a:r>
              <a:rPr lang="es-ES"/>
              <a:t>Presentació dels objectius del mòdul, temari, materials i avaluació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Definició de 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Definició d’algoritme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Evolució histórica de la 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IA vs sistemes tradicionals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Tipus de 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Definició de IA Forta i IA Dèbil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Activitat 1: IA Forta vs IA Dèbil</a:t>
            </a:r>
            <a:endParaRPr/>
          </a:p>
        </p:txBody>
      </p:sp>
      <p:sp>
        <p:nvSpPr>
          <p:cNvPr id="92" name="Google Shape;92;p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3" name="Google Shape;93;p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94" name="Google Shape;94;p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Definició de IA</a:t>
            </a:r>
            <a:endParaRPr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s-ES" sz="2800"/>
              <a:t>Intel·ligència Artificial (Wikipedia):</a:t>
            </a:r>
            <a:r>
              <a:rPr lang="es-ES" sz="2800"/>
              <a:t> Conjunt de capacitats cognoscitives i intelectuals expressades per sistemes informàtics o combinacions d’algoritm</a:t>
            </a:r>
            <a:r>
              <a:rPr lang="es-ES"/>
              <a:t>e</a:t>
            </a:r>
            <a:r>
              <a:rPr lang="es-ES" sz="2800"/>
              <a:t>s que tenen com a propòsit la creació de </a:t>
            </a:r>
            <a:r>
              <a:rPr b="1" lang="es-ES" sz="2800"/>
              <a:t>màquines que imiten la Intel·ligència humana per realitzar tasques</a:t>
            </a:r>
            <a:r>
              <a:rPr lang="es-ES" sz="2800"/>
              <a:t>, i que poden millorar a mesura que recopilen informació. 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 sz="2800"/>
              <a:t>El terme Intel·ligència Artificial (IA) és molt atractiu, però podríem també referir-nos a aquestes tècniques com “Models probabilístics avançats per realitzar tasques emulant la Intel·ligència humana”, per evitar confusions amb les seves capacitats, i seria correcte.</a:t>
            </a:r>
            <a:endParaRPr/>
          </a:p>
        </p:txBody>
      </p:sp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2" name="Google Shape;102;p4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03" name="Google Shape;103;p4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Definició d’algoritme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Seqüència ordenada de passos per arribar a una finalitat a partir d’una situació inicial.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Exemples: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Recepta de cuina.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Muntatge d’un moble.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Aplicat a IA, els algoritmes són una seqüència ordenada d’operacions matemàtiques fins a solucionar un problema.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1" name="Google Shape;111;p5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12" name="Google Shape;112;p5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Evolució històrica de la IA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No apareix per art de màgia, és fruit de molts anys de treball i avenços, que ha explotat ara per l’aparició dels ordinadors: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Models estadístics clàssics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Teoria de la probabilitat de Bayes (Segle XVIII)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Mètode de mínims quadrats (Segle XIX)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Creació del Machine Learning (Segle XX)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Creació del Deep learning (Segle XX)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IA Generativa (Segle XXI)</a:t>
            </a:r>
            <a:endParaRPr/>
          </a:p>
        </p:txBody>
      </p:sp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0" name="Google Shape;120;p6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1" name="Google Shape;121;p6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a44f73dce_1_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Evolució històrica de la IA</a:t>
            </a:r>
            <a:endParaRPr/>
          </a:p>
        </p:txBody>
      </p:sp>
      <p:sp>
        <p:nvSpPr>
          <p:cNvPr id="127" name="Google Shape;127;g30a44f73dce_1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8" name="Google Shape;128;g30a44f73dce_1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9" name="Google Shape;129;g30a44f73dce_1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30" name="Google Shape;130;g30a44f73dce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50" y="1847476"/>
            <a:ext cx="9019212" cy="425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IA vs algoritmes tradicionals</a:t>
            </a:r>
            <a:endParaRPr/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7" name="Google Shape;137;p7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38" name="Google Shape;138;p7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ens permet solucionar problemas per als quals no sabem expressar com arribar a la solució correcta mitjançant instruccions explícites.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Exemples: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Tradicional: Operacions matemàtiques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IA: Detecció d’elements en una imatge, escriure text.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IA vs algoritmes tradicionals</a:t>
            </a:r>
            <a:endParaRPr/>
          </a:p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6" name="Google Shape;146;p8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47" name="Google Shape;147;p8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572" y="1997475"/>
            <a:ext cx="8236177" cy="416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a44f73dce_1_9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Tipus de IA</a:t>
            </a:r>
            <a:endParaRPr/>
          </a:p>
        </p:txBody>
      </p:sp>
      <p:sp>
        <p:nvSpPr>
          <p:cNvPr id="154" name="Google Shape;154;g30a44f73dce_1_9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5" name="Google Shape;155;g30a44f73dce_1_9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56" name="Google Shape;156;g30a44f73dce_1_9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57" name="Google Shape;157;g30a44f73dce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50" y="1867651"/>
            <a:ext cx="9601202" cy="4102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a44f73dce_1_29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Tipus de IA</a:t>
            </a:r>
            <a:endParaRPr/>
          </a:p>
        </p:txBody>
      </p:sp>
      <p:sp>
        <p:nvSpPr>
          <p:cNvPr id="163" name="Google Shape;163;g30a44f73dce_1_29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4" name="Google Shape;164;g30a44f73dce_1_29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65" name="Google Shape;165;g30a44f73dce_1_29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66" name="Google Shape;166;g30a44f73dce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6028"/>
            <a:ext cx="9906000" cy="455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IA Dèbil vs IA Forta</a:t>
            </a:r>
            <a:endParaRPr/>
          </a:p>
        </p:txBody>
      </p:sp>
      <p:sp>
        <p:nvSpPr>
          <p:cNvPr id="172" name="Google Shape;172;p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3" name="Google Shape;173;p9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74" name="Google Shape;174;p9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Dèbil és capaç de realitzar tasques concretes que requereixen Intel·ligència humana.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Forta és capaç de raonar, interactuar amb l’entorn, tenir autoconsciència i aprendre a realitzar qualsevol tipus de tasca.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Tots els algoritmes que coneixem a dia d’avui son IA Dèbil. La IA Forta no existeix avui en dia.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a44f73dce_0_33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Activitat 1: Verdadero o Falso</a:t>
            </a:r>
            <a:endParaRPr/>
          </a:p>
        </p:txBody>
      </p:sp>
      <p:sp>
        <p:nvSpPr>
          <p:cNvPr id="181" name="Google Shape;181;g30a44f73dce_0_33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2" name="Google Shape;182;g30a44f73dce_0_33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83" name="Google Shape;183;g30a44f73dce_0_33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graphicFrame>
        <p:nvGraphicFramePr>
          <p:cNvPr id="184" name="Google Shape;184;g30a44f73dce_0_33"/>
          <p:cNvGraphicFramePr/>
          <p:nvPr/>
        </p:nvGraphicFramePr>
        <p:xfrm>
          <a:off x="681050" y="20964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{076196AC-8111-4FC3-A852-944A7AB41127}</a:tableStyleId>
              </a:tblPr>
              <a:tblGrid>
                <a:gridCol w="4580725"/>
                <a:gridCol w="2019750"/>
                <a:gridCol w="1861325"/>
              </a:tblGrid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VERDADERA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está diseñada para realizar tareas específicas y limitadas.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puede entender, razonar y tener conciencia similar a la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 asistente virtual como Siri o Alexa es un ejemplo de IA Fuerte.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puede aprender y adaptarse a nuevas situaciones sin intervención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es actualmente una realidad y se utiliza en diversas aplicaciones comerciales.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a44f73dce_0_104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Solució a l’activitat 1</a:t>
            </a:r>
            <a:endParaRPr/>
          </a:p>
        </p:txBody>
      </p:sp>
      <p:sp>
        <p:nvSpPr>
          <p:cNvPr id="190" name="Google Shape;190;g30a44f73dce_0_104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1" name="Google Shape;191;g30a44f73dce_0_104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92" name="Google Shape;192;g30a44f73dce_0_104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graphicFrame>
        <p:nvGraphicFramePr>
          <p:cNvPr id="193" name="Google Shape;193;g30a44f73dce_0_104"/>
          <p:cNvGraphicFramePr/>
          <p:nvPr/>
        </p:nvGraphicFramePr>
        <p:xfrm>
          <a:off x="681050" y="20964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{076196AC-8111-4FC3-A852-944A7AB41127}</a:tableStyleId>
              </a:tblPr>
              <a:tblGrid>
                <a:gridCol w="4580725"/>
                <a:gridCol w="2019750"/>
                <a:gridCol w="1861325"/>
              </a:tblGrid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VERDADERA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está diseñada para realizar tareas específicas y limitadas.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puede entender, razonar y tener conciencia similar a la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 asistente virtual como Siri o Alexa es un ejemplo de IA Fuerte.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puede aprender y adaptarse a nuevas situaciones sin intervención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es actualmente una realidad y se utiliza en diversas aplicaciones comerciales.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Següent classe – Caracterització de la IA Dèbil</a:t>
            </a:r>
            <a:endParaRPr/>
          </a:p>
        </p:txBody>
      </p:sp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Entrarem en detall sobre la IA Dèbil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Parlarem 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Característiques dels algoritmes de IA Dèbil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Aplicacions reals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Avantatges i inconvenients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Sabies que Siri, Alexa o ChatGPT son IA Dèbil?</a:t>
            </a:r>
            <a:endParaRPr/>
          </a:p>
        </p:txBody>
      </p: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1" name="Google Shape;201;p10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202" name="Google Shape;202;p10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20_P_FP_CAT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2024-10-03T12:02:25Z</dcterms:created>
  <dc:creator>Nil Redon</dc:creator>
</cp:coreProperties>
</file>