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9906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0LRxLaqxNNkW2Ss+1GG1KRh+r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  <a:defRPr sz="4400">
                <a:solidFill>
                  <a:srgbClr val="004E9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  <a:defRPr sz="2400">
                <a:solidFill>
                  <a:srgbClr val="83838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3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0" sz="1600"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" name="Google Shape;28;p15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682328" y="866778"/>
            <a:ext cx="8543925" cy="814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6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6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16"/>
          <p:cNvSpPr txBox="1"/>
          <p:nvPr>
            <p:ph idx="5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6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>
  <p:cSld name="Contenido con títul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9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3" name="Google Shape;53;p19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0" name="Google Shape;60;p20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004E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</a:pPr>
            <a:r>
              <a:rPr lang="es-ES"/>
              <a:t>Classe 1 – Introducció al curs – 10/10/2024</a:t>
            </a:r>
            <a:endParaRPr/>
          </a:p>
        </p:txBody>
      </p:sp>
      <p:sp>
        <p:nvSpPr>
          <p:cNvPr id="67" name="Google Shape;67;p1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es-ES"/>
              <a:t>Nil Redón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del curs</a:t>
            </a:r>
            <a:endParaRPr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1: Caracterització de la IA Forta i la IA Dèbil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2: Sistemes d’aprenentatge automàtic (Machine Learning)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3: Procés d’entrenament d’algoritmes d’aprenentatge automàtic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4: Sistemes d’aprenentatge profund – xarxes neuronals (Deep learning – neural networks)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5" name="Google Shape;75;p4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76" name="Google Shape;76;p4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del curs</a:t>
            </a:r>
            <a:endParaRPr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1: Caracterització de la IA Forta i la IA Dèbil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Definició de IA i algoritmes de IA.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Caracterització dels tipus de IA.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IA Dèbil: Definició, característiques i aplicació.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IA Forta: Definició, característiques i aplicació.</a:t>
            </a:r>
            <a:endParaRPr/>
          </a:p>
        </p:txBody>
      </p:sp>
      <p:sp>
        <p:nvSpPr>
          <p:cNvPr id="83" name="Google Shape;83;p5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4" name="Google Shape;84;p5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85" name="Google Shape;85;p5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del curs</a:t>
            </a:r>
            <a:endParaRPr/>
          </a:p>
        </p:txBody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2: Sistemes d’aprenentatge automàtic (Machine Learning)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Definició de Machine Learning.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Definició d’aprenentatge supervisat i no supervisat.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Altres tècniques d’aprenentatge automàtic.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Passos d’un projecte de Machine Learning.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Principals problemas i algoritmes de Machine Learning: Classificació, regressió, clustering… </a:t>
            </a:r>
            <a:endParaRPr/>
          </a:p>
        </p:txBody>
      </p: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3" name="Google Shape;93;p6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94" name="Google Shape;94;p6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del curs</a:t>
            </a:r>
            <a:endParaRPr/>
          </a:p>
        </p:txBody>
      </p:sp>
      <p:sp>
        <p:nvSpPr>
          <p:cNvPr id="100" name="Google Shape;100;p7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3: Procés d’entrenament d’algoritmes d’aprenentatge automàtic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Tècniques de selecció del model a utilizar.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Tècniques de processament de dades.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Fases de l’aprenentatge automàtic.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Plataformes d’aprenentatge automàtic.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2" name="Google Shape;102;p7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03" name="Google Shape;103;p7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del curs</a:t>
            </a:r>
            <a:endParaRPr/>
          </a:p>
        </p:txBody>
      </p:sp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Tema 4: Sistemes d’aprenentatge profund – xarxes neuronals (Deep learning – neural networks)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Definició i caracterització de xarxes neuronals.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Procés d’entrenament de xarxes neuronals.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Principals algoritmes de xarxes neuronals.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Introducció a la IA Generativa.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1" name="Google Shape;111;p8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12" name="Google Shape;112;p8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Suport i materials</a:t>
            </a:r>
            <a:endParaRPr/>
          </a:p>
        </p:txBody>
      </p:sp>
      <p:sp>
        <p:nvSpPr>
          <p:cNvPr id="118" name="Google Shape;118;p9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Moodle: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PPTs amb les presentacions de les classes, inclouran les activitats proposades.</a:t>
            </a:r>
            <a:endParaRPr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ES"/>
              <a:t>PDFs amb el temari complet dels temes en quant acabin.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Contacte per resolució de dubtes: redonn@monlau.com</a:t>
            </a:r>
            <a:endParaRPr/>
          </a:p>
        </p:txBody>
      </p:sp>
      <p:sp>
        <p:nvSpPr>
          <p:cNvPr id="119" name="Google Shape;119;p9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0" name="Google Shape;120;p9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21" name="Google Shape;121;p9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Activitats i avaluació</a:t>
            </a:r>
            <a:endParaRPr/>
          </a:p>
        </p:txBody>
      </p:sp>
      <p:sp>
        <p:nvSpPr>
          <p:cNvPr id="127" name="Google Shape;127;p10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Avaluació contínua: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Aniré proposant activitats a mesura que anem avançant, que es revisaran i solucionaran conjuntament en les següents classes. La correcta realització de les activitats i la participació en les sessions de resolució suposaran un 70% de la nota global.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De manera aleatòria, es faran a classe examen tipus test sobre el contingut del màster. La puntuació en aquests tests significarà un 30% de la nota global.</a:t>
            </a:r>
            <a:endParaRPr/>
          </a:p>
        </p:txBody>
      </p:sp>
      <p:sp>
        <p:nvSpPr>
          <p:cNvPr id="128" name="Google Shape;128;p10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9" name="Google Shape;129;p10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30" name="Google Shape;130;p10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Següent classe – Introducció a la IA</a:t>
            </a:r>
            <a:endParaRPr/>
          </a:p>
        </p:txBody>
      </p:sp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Comencem el tema 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Parlarem de: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Definició de IA i algoritme.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Evolució històrica de la IA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Definició de IA Forta i IA Dèbil.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Sabies que el terme Intel·ligència Artificial existeix des de 1956?</a:t>
            </a:r>
            <a:endParaRPr/>
          </a:p>
        </p:txBody>
      </p:sp>
      <p:sp>
        <p:nvSpPr>
          <p:cNvPr id="137" name="Google Shape;137;p11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8" name="Google Shape;138;p11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39" name="Google Shape;139;p11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20_P_FP_CAT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2024-10-03T12:02:25Z</dcterms:created>
  <dc:creator>Nil Redon</dc:creator>
</cp:coreProperties>
</file>